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41"/>
    <p:restoredTop sz="95853"/>
  </p:normalViewPr>
  <p:slideViewPr>
    <p:cSldViewPr snapToGrid="0">
      <p:cViewPr varScale="1">
        <p:scale>
          <a:sx n="113" d="100"/>
          <a:sy n="113" d="100"/>
        </p:scale>
        <p:origin x="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F841-5596-5D0E-4FFC-13EDE9AB8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D5C7D-046F-25AE-01B4-C0B206099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1E6AF-97F2-36D6-CCD5-2DDCCBCA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BF68B-70E2-BFF7-80EA-1C5C2590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52E9B-DB90-683C-FFA0-D33F48A4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835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CD1E7-CEAB-4BF8-C03A-265CDB66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1E34-1DAD-EEFD-296E-BCEF17818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19035-3210-B239-3283-F52FF42B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03D5D-A13B-E4B2-3CE5-F095531B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6B882-35F4-C9DC-8CD0-7820BC5C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7519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E7B3-8C09-CAB8-32A6-2A9B49759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FE91D-CD78-8ED3-CD58-D674FB6A6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AAE3F-6F0F-3671-095E-5ED24B4F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3465C-67ED-6DDD-F90F-72F864D2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ABBA-FEFC-5378-3ECB-8B14F20F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6266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53FF-B982-EFB0-1219-3CEA7097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005DA-CB19-490F-E220-4DD1F2376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2488C-FB2B-094F-2AD2-73EB4832B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F66BF-C1DC-4DC6-8B77-A6188348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25830-C792-916B-690F-D36448AE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B765A-129B-712E-E297-50EFFB6A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7490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9ECA-98FA-151F-0EF2-064B38E88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5CB0A-A625-98D8-273B-E0989D82D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6D9BB-6B23-BAF1-0FD7-BF4DB8986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DD1E8-5F2F-DEAA-F72D-D452A0E15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FF781-5840-2D54-DF65-C12FCE2D8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47D928-1DC1-CA35-746B-4E946BE1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57DC9A-2EE8-722C-DC8F-931F1CC7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F5E22-AFA6-C47F-5EB4-3985C4AC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7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9387-060F-1991-88B4-F183650D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EA4F7-3D0C-8504-5FCA-A747FB5A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FD7F0-C39C-7A57-DB74-1BA0AB043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D7B601-BAC8-77D5-6CD3-F5D7675CE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124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C7F5FC-115C-CC3A-AC8A-E5174A3EA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5EB1F-36A9-2F6C-6481-F5033C365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AF94A-4AAA-BFA4-617C-49C38036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850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CB08-D198-6BF9-F168-F3C38B61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9A79A-E998-1B56-329E-BB2338A64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C3A22-FB7D-1D88-F09A-A18833413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5682A-A151-DC51-97BD-DB24A64C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36C89-6C42-6C49-4183-9FB0E516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CD04F-1C60-3006-D463-D52098E3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81161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C8434-20F7-D290-EC9D-BA5EA11B0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99279-899F-819C-8CCF-4D091528B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265A5-1703-9A32-23DD-3BA4FC3B5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8A49E-7434-0C2D-DCEA-4B53FD7C4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7772F-05B9-3E80-E45B-C7BE6D17A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35724-68F6-9D16-82C2-653FD588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4570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DDD6-E27C-D77D-2983-E5CCB214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939A1-C7F0-FCBA-23AA-CD159EC88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7839B-51DD-BDF0-D0B0-D0ACFD29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1E070-54D7-5A54-DC6F-2B8BAF16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5390C-1492-D9E4-BF01-CA7D00E6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17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ED824-0FE8-420E-3F4F-15CF6C9F87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0EAA1-F07D-AC8D-4288-5B34FBAD5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7CE0C-AFCE-38B3-E584-14D058DF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FD6DC-DECD-F6EB-8686-0F3797CC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41B0-9639-CA0E-2FE6-CA49993BE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9683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634759-7C1E-4B02-A0D3-51239CC2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BFDAA-981E-C82E-B706-80AEFAEBD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64821-92BF-D470-1A2E-62503F96D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D7F-9E5D-2B42-99E7-824FFEFAA64B}" type="datetimeFigureOut">
              <a:rPr lang="en-CN" smtClean="0"/>
              <a:t>2022/9/10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FFE1D-1CC9-40FA-8F83-D922C118C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8E4A-F66C-8303-DAA5-71EE973DF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2AAE1-A4CB-3140-8F7C-A1B1142C120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59841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AC6CE5A8-5F6D-3870-7B5B-F9713A392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434" y="510821"/>
            <a:ext cx="8140700" cy="549761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F9E1402-1D3C-6D5C-52D8-E4B0EB03AEDE}"/>
              </a:ext>
            </a:extLst>
          </p:cNvPr>
          <p:cNvGrpSpPr/>
          <p:nvPr/>
        </p:nvGrpSpPr>
        <p:grpSpPr>
          <a:xfrm>
            <a:off x="2280355" y="4363913"/>
            <a:ext cx="1851378" cy="1042511"/>
            <a:chOff x="530577" y="3948877"/>
            <a:chExt cx="1851600" cy="11649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668151-6F80-BB73-057B-F21AC85B88F5}"/>
                </a:ext>
              </a:extLst>
            </p:cNvPr>
            <p:cNvSpPr/>
            <p:nvPr/>
          </p:nvSpPr>
          <p:spPr>
            <a:xfrm>
              <a:off x="530578" y="4413956"/>
              <a:ext cx="395111" cy="248355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19D4A8-E28A-6233-809B-DAB22B2AD86E}"/>
                </a:ext>
              </a:extLst>
            </p:cNvPr>
            <p:cNvSpPr/>
            <p:nvPr/>
          </p:nvSpPr>
          <p:spPr>
            <a:xfrm>
              <a:off x="530577" y="3984136"/>
              <a:ext cx="395111" cy="248355"/>
            </a:xfrm>
            <a:prstGeom prst="rect">
              <a:avLst/>
            </a:prstGeom>
            <a:noFill/>
            <a:ln w="19050">
              <a:solidFill>
                <a:srgbClr val="0432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86236D-8EE1-94D8-55E3-2A42AD33B3D8}"/>
                </a:ext>
              </a:extLst>
            </p:cNvPr>
            <p:cNvSpPr/>
            <p:nvPr/>
          </p:nvSpPr>
          <p:spPr>
            <a:xfrm>
              <a:off x="530577" y="4841334"/>
              <a:ext cx="395111" cy="248355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16C3F7-AAF9-5FA3-E75A-8B8F6D74BD5D}"/>
                </a:ext>
              </a:extLst>
            </p:cNvPr>
            <p:cNvSpPr txBox="1"/>
            <p:nvPr/>
          </p:nvSpPr>
          <p:spPr>
            <a:xfrm>
              <a:off x="925688" y="4390091"/>
              <a:ext cx="1456489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/>
                <a:t>Holch et al., 2019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87D015-044D-10AC-53E7-67B80EAFE94C}"/>
                </a:ext>
              </a:extLst>
            </p:cNvPr>
            <p:cNvSpPr txBox="1"/>
            <p:nvPr/>
          </p:nvSpPr>
          <p:spPr>
            <a:xfrm>
              <a:off x="942621" y="4806077"/>
              <a:ext cx="13875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/>
                <a:t>Brun et al., 2017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EDFF03-C65B-3ACA-6E49-4901015C71C4}"/>
                </a:ext>
              </a:extLst>
            </p:cNvPr>
            <p:cNvSpPr txBox="1"/>
            <p:nvPr/>
          </p:nvSpPr>
          <p:spPr>
            <a:xfrm>
              <a:off x="925687" y="3948877"/>
              <a:ext cx="12497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/>
                <a:t>Liu et al., 2022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1280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Xin Luo</dc:creator>
  <cp:lastModifiedBy>Xin Luo</cp:lastModifiedBy>
  <cp:revision>1</cp:revision>
  <dcterms:created xsi:type="dcterms:W3CDTF">2022-09-10T10:43:20Z</dcterms:created>
  <dcterms:modified xsi:type="dcterms:W3CDTF">2022-09-10T10:48:00Z</dcterms:modified>
</cp:coreProperties>
</file>